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3983f6deb_0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3983f6de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3983f6deb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3983f6d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3983f6deb_0_4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3983f6de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3983f6deb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3983f6deb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3983f6deb_0_6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3983f6deb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3983f6deb_0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b3983f6deb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3983f6deb_0_7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3983f6de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3983f6deb_0_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3983f6deb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Тестовое задание №1 (Стажировка в Авито)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18"/>
            <a:ext cx="8099400" cy="10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/>
              <a:t>Анализ багов страницы карьерного сайта Авито</a:t>
            </a:r>
            <a:endParaRPr sz="2400"/>
          </a:p>
        </p:txBody>
      </p:sp>
      <p:sp>
        <p:nvSpPr>
          <p:cNvPr id="69" name="Google Shape;69;p13"/>
          <p:cNvSpPr txBox="1"/>
          <p:nvPr/>
        </p:nvSpPr>
        <p:spPr>
          <a:xfrm>
            <a:off x="5808175" y="4241400"/>
            <a:ext cx="21366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Филиппова К.А.</a:t>
            </a:r>
            <a:endParaRPr sz="18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/>
          <p:nvPr>
            <p:ph type="title"/>
          </p:nvPr>
        </p:nvSpPr>
        <p:spPr>
          <a:xfrm>
            <a:off x="226078" y="211875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#1 Специализация не соответствует направлению</a:t>
            </a:r>
            <a:endParaRPr sz="1800"/>
          </a:p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226075" y="1272500"/>
            <a:ext cx="2808000" cy="3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выборе вакансии с направлением «Data Science» пользователю предлагается специализация «Поддержка пользователей», которая к данному направлению не относится.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Баг нарушает логику работы веб-сервиса, но не блокирует систему. Есть обходной путь для пользователя (игнорировать ошибочно предложенную специализацию), однако данное несоответствие может запутать и снизить удобство использования сервиса, что несет репутационные риски для компании.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4" title="Bugs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4253" y="211875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type="title"/>
          </p:nvPr>
        </p:nvSpPr>
        <p:spPr>
          <a:xfrm>
            <a:off x="226075" y="319100"/>
            <a:ext cx="29559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#2 </a:t>
            </a:r>
            <a:r>
              <a:rPr lang="ru" sz="1800"/>
              <a:t>Фильтр выбранной некорректной специализации игнорируется</a:t>
            </a:r>
            <a:endParaRPr sz="1800"/>
          </a:p>
        </p:txBody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226075" y="1198150"/>
            <a:ext cx="2955900" cy="33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выборе пользователем специализации «Поддержка пользователей» для направления Data Science система всё равно выводит вакансии, хотя по логике таких вакансий быть не должно.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Баг нарушает логику работы веб-сервиса, но не блокирует систему. Есть обходной путь для пользователя (игнорировать ошибочно предложенную специализацию), однако данное несоответствие может запутать и снизить удобство использования сервиса, что несет репутационные риски для компании.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83" name="Google Shape;83;p15" title="Bugs (8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6300" y="152400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#3 Иконка без изображения в правом верхнем углу страницы</a:t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На странице поиска вакансий в правом верхнем углу отображается объект  - иконка без подгруженного изображения.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Low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Дефект чисто визуальным, он не мешает основной работе пользователя, исправление бага можно отложить.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6" title="Bugs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5528" y="152400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226078" y="4053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#4 </a:t>
            </a:r>
            <a:r>
              <a:rPr lang="ru" sz="1800"/>
              <a:t>Некорректное отображение сообщения об отсутствии вакансий</a:t>
            </a:r>
            <a:endParaRPr sz="1800"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226075" y="1358700"/>
            <a:ext cx="2808000" cy="3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После вывода вакансий с выбранными фильтрами отображается текстовое окно «Ничего не нашлось. Попробуйте поменять параметры/сбросить фильтры», что противоречит фактическим результатам поиска.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Баг нарушает логику работы веб-сервиса, но не блокирует систему. Есть обходной путь для пользователя (игнорировать данное текстовое окошко), однако данное несоответствие может запутать и снизить удобство использования сервиса, что несет репутационные риски для компании.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7" title="Bugs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803" y="152400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146950" y="206000"/>
            <a:ext cx="2939100" cy="11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/>
              <a:t>#5 </a:t>
            </a:r>
            <a:r>
              <a:rPr lang="ru" sz="1500"/>
              <a:t>Нек</a:t>
            </a:r>
            <a:r>
              <a:rPr lang="ru" sz="1500"/>
              <a:t>о</a:t>
            </a:r>
            <a:r>
              <a:rPr lang="ru" sz="1500"/>
              <a:t>рректное отображение вакансии «Руководитель группы продаж» при фильтре «Аналитик + Data Science»</a:t>
            </a:r>
            <a:endParaRPr sz="1500"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115300" y="1270250"/>
            <a:ext cx="30024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поиске вакансий с фильтрами «Аналитик» и «Data Science» в результатах отображается вакансия «Руководитель группы продаж по работе с агентствами», что противоречит заданным параметрам поиска.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Баг нарушает логику работы веб-сервиса, но не блокирует систему. Есть обходной путь для пользователя (можно игнорировать некорректную вакансию), однако несоответствие может запутать пользователя и снизить удобство использования сервиса, что несет репутационные риски для компании.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18" title="Bugs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75875" y="152400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/>
          <p:nvPr>
            <p:ph type="title"/>
          </p:nvPr>
        </p:nvSpPr>
        <p:spPr>
          <a:xfrm>
            <a:off x="146950" y="206000"/>
            <a:ext cx="2939100" cy="11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#6 </a:t>
            </a:r>
            <a:r>
              <a:rPr lang="ru" sz="1800"/>
              <a:t>Нарушение фильтра «Город» при поиске вакансий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115300" y="1190100"/>
            <a:ext cx="30024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применении фильтра «Город - Санкт-Петербург» отображаются вакансии из других городов (Москва, Самара) и без указанного города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latin typeface="Arial"/>
                <a:ea typeface="Arial"/>
                <a:cs typeface="Arial"/>
                <a:sym typeface="Arial"/>
              </a:rPr>
              <a:t>Баг нарушает логику работы веб-сервиса, но не блокирует систему. Есть обходной путь (пользователь может самостоятельно проверять город каждой вакансии), однако это создает неудобства и риск недовольства пользователей, а также репутационные риски для компании.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9" title="Bugs (5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9675" y="152400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146950" y="0"/>
            <a:ext cx="2939100" cy="11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#7 </a:t>
            </a:r>
            <a:r>
              <a:rPr lang="ru" sz="1800"/>
              <a:t>Нарушение фильтра «Можно удалённо» при поиске вакансий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7" name="Google Shape;117;p20"/>
          <p:cNvSpPr txBox="1"/>
          <p:nvPr>
            <p:ph idx="1" type="body"/>
          </p:nvPr>
        </p:nvSpPr>
        <p:spPr>
          <a:xfrm>
            <a:off x="115300" y="982000"/>
            <a:ext cx="30024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применении фильтра «Можно удаленно» отображаются вакансии с пометкой «Офис» и «Офис и удаленно». Если вакансии «Офис и удаленно» подразумевают гибридный формат, а пользователь ищет исключительно удалённую работу, результаты поиска противоречат запросу.</a:t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>
                <a:latin typeface="Arial"/>
                <a:ea typeface="Arial"/>
                <a:cs typeface="Arial"/>
                <a:sym typeface="Arial"/>
              </a:rPr>
              <a:t>Баг нарушает логику работы веб-сервиса, но не блокирует систему. Есть обходной путь (пользователь может самостоятельно проверять формат работы), однако это создает неудобства и риск недовольства пользователей, а также репутационные риски для компании.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20" title="Bugs (6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1000" y="156177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type="title"/>
          </p:nvPr>
        </p:nvSpPr>
        <p:spPr>
          <a:xfrm>
            <a:off x="146950" y="206000"/>
            <a:ext cx="2939100" cy="11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#8 </a:t>
            </a:r>
            <a:r>
              <a:rPr lang="ru" sz="1800"/>
              <a:t>Нарушение фильтра «Руководящая роль»при поиске вакансий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115300" y="1270250"/>
            <a:ext cx="30024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применении фильтра «Руководящая роль» в результатах поиска отображаются вакансии, которые не соответствуют выбранной роли, либо отсутствуют корректные метки, что противоречит логике фильтра.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Баг нарушает логику работы веб-сервиса, но не блокирует систему. Есть обходной путь (пользователь может вручную проверять описание вакансий), однако это создает неудобства и риск недовольства пользователей, а также репутационные риски для компании.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1" title="Bugs (7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100" y="152400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131050" y="0"/>
            <a:ext cx="2970900" cy="152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/>
              <a:t>#9 </a:t>
            </a:r>
            <a:r>
              <a:rPr lang="ru" sz="1800"/>
              <a:t>Некорректный вывод вакансий при фильтре «Аналитик — Data Science»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115300" y="1389200"/>
            <a:ext cx="3002400" cy="395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"/>
              <a:t>Описание : 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При поиске вакансий  по фильтру «Аналитик — Data Science» отображаются вакансии, не относящиеся к Data Science («Финансовый аналитик» и «M&amp;A аналитик»), что противоречит логике фильтра.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Приоритет: </a:t>
            </a:r>
            <a:r>
              <a:rPr lang="ru" sz="1100"/>
              <a:t>Medium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ru"/>
              <a:t>Обоснование приоритета: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 sz="1000"/>
              <a:t>Баг нарушает логику работы веб-сервиса, но не блокирует систему. Есть обходной путь (пользователь может вручную проверять вакансии), однако это создает неудобства и риск недовольства пользователей, а также репутационные риски для компании.</a:t>
            </a:r>
            <a:endParaRPr sz="1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2" title="Bugs (9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750" y="167277"/>
            <a:ext cx="239572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